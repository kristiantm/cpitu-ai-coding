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er skelettet: struktur og indhold, ingen logik. Peg på tags/nesting/attributter i koden - farven gaar igen paa CSS- og JS-slidet.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CSS er udseendet: vaelg + regel. Samme farve paa selector (guld) som HTML-tags og JS-noegleord - peg paa genkendelsen.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 er hjernen: nu er der logik igen, ligesom Python. Farvekoden gaar igen fra HTML/CSS: guld=noegleord, blaa=navn, mint=vaerdi.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— skelettet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Det, der ER på siden. Ingen logik, ingen udseende — bare struktur og indhold.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052560" y="411480"/>
            <a:ext cx="25603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9050">
            <a:solidFill>
              <a:srgbClr val="D636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052560" y="411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📄  </a:t>
            </a:r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D636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17647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🏷️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7190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kommer i par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574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&lt;tag&gt; starter, &lt;/tag&gt; slutter. Alt imellem er indholdet.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D636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29992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Nesting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91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ligger inde i hinanden — som kister i en skattekiste.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D6362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3232" y="423367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🆔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1879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Attributter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5262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id="spilplade" giver et navn, så CSS og JS kan finde elementet.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600200"/>
            <a:ext cx="5303520" cy="3520440"/>
          </a:xfrm>
          <a:prstGeom prst="roundRect">
            <a:avLst>
              <a:gd name="adj" fmla="val 2338"/>
            </a:avLst>
          </a:prstGeom>
          <a:solidFill>
            <a:srgbClr val="1E1E1E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17647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9984" y="17647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0" y="17647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10528" y="1719072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10528" y="2002536"/>
            <a:ext cx="4901184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2130552"/>
            <a:ext cx="49011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spil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</a:t>
            </a:r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"spilplade"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"480"</a:t>
            </a:r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"480"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"script.js"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53492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Ligesom Python: </a:t>
            </a:r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if'er eller løkker her — HTML er kun en tom skabelon, som CSS og JavaScript senere bygger videre på.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Begreberne bag koden (1/3)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— udseendet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Vælg noget, og bestem hvordan det skal se ud. Stadig ingen logik.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052560" y="411480"/>
            <a:ext cx="25603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9050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052560" y="411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🎨  </a:t>
            </a:r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17647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7190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Vælg noget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574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canvas, body eller #spilplade — hvad skal style’es?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29992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📐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Sæt en regel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91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egenskab: værdi; } — fx background: sort;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2B6FC9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3232" y="423367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1879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Genbrug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5262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regel for body styler ALT i body — ikke hver ting for sig.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600200"/>
            <a:ext cx="5303520" cy="3520440"/>
          </a:xfrm>
          <a:prstGeom prst="roundRect">
            <a:avLst>
              <a:gd name="adj" fmla="val 2338"/>
            </a:avLst>
          </a:prstGeom>
          <a:solidFill>
            <a:srgbClr val="1E1E1E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17647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9984" y="17647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0" y="17647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10528" y="1719072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10528" y="2002536"/>
            <a:ext cx="4901184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2130552"/>
            <a:ext cx="49011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sans-serif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#222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canvas</a:t>
            </a:r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#000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4px solid #f5a200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53492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Ligesom Python: </a:t>
            </a:r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 minder om indrykning — det samler det, der hører sammen. Men CSS har ingen logik, kun udseende.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Begreberne bag koden (2/3)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 — hjernen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er vi tilbage i logik-land: variabler, funktioner og reaktioner.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052560" y="411480"/>
            <a:ext cx="25603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9050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052560" y="411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🧠  </a:t>
            </a:r>
            <a:pPr algn="ct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13232" y="176479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7190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0574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point = 0; — en kasse med et navn og en værdi, du kan ændre.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299923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5351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291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opskrift, du kan bruge igen og igen — fx laegPointTil().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949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13232" y="4233672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👂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418795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listener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52628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"Lyt" efter noget (et tastetryk) — og gør noget, når det sker.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600200"/>
            <a:ext cx="5303520" cy="3520440"/>
          </a:xfrm>
          <a:prstGeom prst="roundRect">
            <a:avLst>
              <a:gd name="adj" fmla="val 2338"/>
            </a:avLst>
          </a:prstGeom>
          <a:solidFill>
            <a:srgbClr val="1E1E1E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0528" y="17647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9984" y="17647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49440" y="17647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10528" y="1719072"/>
            <a:ext cx="4901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10528" y="2002536"/>
            <a:ext cx="4901184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0528" y="2130552"/>
            <a:ext cx="49011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laegPointTil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.addEventListener(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"keydown"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300" dirty="0">
                <a:solidFill>
                  <a:srgbClr val="F5A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(e.key === </a:t>
            </a:r>
            <a:pPr indent="0" marL="0">
              <a:buNone/>
            </a:pPr>
            <a:r>
              <a:rPr lang="en-US" sz="1300" dirty="0">
                <a:solidFill>
                  <a:srgbClr val="6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"ArrowUp"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8FD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laegPointTil</a:t>
            </a:r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7F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FFF3DA"/>
          </a:solidFill>
          <a:ln w="15875">
            <a:solidFill>
              <a:srgbClr val="F5A200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22960" y="53492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Ligesom Python: </a:t>
            </a:r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if, variabler og funktioner kender du! Nu bruges { } og ; i stedet for indrykning.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AI-Coding · Kode som en pirat — Begreberne bag koden (3/3)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2026-09-09T14:09:47Z</dcterms:created>
  <dcterms:modified xsi:type="dcterms:W3CDTF">2026-09-09T14:09:47Z</dcterms:modified>
</cp:coreProperties>
</file>