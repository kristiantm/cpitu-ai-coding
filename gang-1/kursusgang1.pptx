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Velkommen! Kort energi-intro: I skal bygge et NYT spil hver eneste gang - og AI'en skriver koden, mens I bestemmer. Spoiler: sidste gang er demo-dag.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Teaser-slide: vis hele rejsen. Pointer: hvert spil kan spilles med hjem samme dag. Gang 6-7 er DIT projekt.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Kernebudskabet: AI'en skriver koden, men ansvaret og designet er barnets. Loopet til hoejre koerer vi igen og igen i 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 paa plakaten i lokalet. Kodekset er ikke ugens tema - det gaelder altid. Spoerg til sidst i dag: hvilket princip reddede dig?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Fremhaev at det meste af tiden er byggetid. Guld-kortet (0:50) er dagens kerne.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Flaskehalsen! Hav setup-guiden printet og en USB med starter_template. De hurtige maa gerne hjaelpe naboen - det er ogsaa piratkodeks nr.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Kort! Ikke syntaks-undervisning - bare et kort over de tre filer, saa fejlmeddelelser og AI-svar giver mening.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 er lidt lettere end Tetris - de usikre vaelger Snake. Temaet er dagens designgreb: samme spil, dit univers.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Papir foerst! Del soekort-arket ud (spil_canvas.pdf) - i dag udfyldes kun de tre oeverste felter. Naar de tre felter er udfyldt, maa man aabne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 evt. live: prompt trin 1, aabn spillet, se at det virker - foer trin 2. Efter hvert trin: virker spillet stadig?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Vigtigste agentiske vane: test selv, foer du beder om naeste feature. Ros hoejt foerste gang et barn fanger en AI-fejl.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Ritualet, der goer dokumentet levende. 10 minutter foer vis-og-fortael: alle retter deres soekort + en linje i logbogen i spec.md.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frivillige er nok. Kravet om at vise SOEKORTET sammen med spillet er pointen - designet er praestationen.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Slut med energi. Memory lyder let - men det er deres foerste fulde soekort. Send evt. setup-guiden hjem til dem, der ikke blev faerdige.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workspace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411480"/>
            <a:ext cx="2103120" cy="22585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74320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794760"/>
            <a:ext cx="1218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SOM EN PIRAT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 dine egne spil — med AI som styrmand og dig som kaptajn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Pirates  ·  7 kursusgange  ·  HTML + JavaScript + Mistral Vibe i VS Code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6080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Kode. Samarbejd. Udforsk. Skab.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Rejsen: 7 uger, 7 skatte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Hver gang bygger du et helt spil, der virker — og det bliver sværere og sværere.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9304" y="2971800"/>
            <a:ext cx="9610344" cy="0"/>
          </a:xfrm>
          <a:prstGeom prst="line">
            <a:avLst/>
          </a:prstGeom>
          <a:noFill/>
          <a:ln w="31750">
            <a:solidFill>
              <a:srgbClr val="F5A20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86384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 / Tetris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dit tema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88108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8810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🃏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27838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3204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3204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&amp; match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89832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89832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880104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14928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Sokoban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14928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baner &amp; regler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91556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91556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481828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16652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Skydespil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216652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fjender &amp;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3280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328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083552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18376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Platformer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818376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&amp; tyngdekraft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95004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95004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685276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20100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eget spil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420100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bestemmer!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396728" y="2468880"/>
            <a:ext cx="1005840" cy="10058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96728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1028700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021824" y="36393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DEMO-DAG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021824" y="398678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 dit spil frem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920240" y="5029200"/>
            <a:ext cx="8348472" cy="960120"/>
          </a:xfrm>
          <a:prstGeom prst="roundRect">
            <a:avLst>
              <a:gd name="adj" fmla="val 8571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2148840" y="5029200"/>
            <a:ext cx="7891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skattekiste efter 7 uger: </a:t>
            </a:r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spil du selv har designet — og evnen til at styre en AI.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er kaptajnen — AI'en er styrmanden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Sådan arbejder vi hver eneste gang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🧑‍✈️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46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 — kaptajnen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1226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designer spillet, bestemmer kursen og tester, at alt virker.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18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— styrmanden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8386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AI'en skriver koden efter dine ordrer. Den er dygtig, men DU bestemmer.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89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SØKORTET — spec.md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85546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Planen I begge følger. Står det ikke på kortet, bygger vi det ikke.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17373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0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SØKORT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skriv planen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28803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921240" y="3008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PROMPT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feature ad gangen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40233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0" y="4151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 det — virker det?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8803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09360" y="3008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OPDATER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 søkortet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9720" y="2331720"/>
            <a:ext cx="1234440" cy="68580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424160" y="3840480"/>
            <a:ext cx="-1188720" cy="68580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26680" y="4434840"/>
            <a:ext cx="-868680" cy="-68580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49440" y="2834640"/>
            <a:ext cx="914400" cy="-68580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309360" y="525780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og rundt igen — det hedder AT ITERERE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Piratkodekset — gælder ALLE 7 gange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 regler for at kode med AI. De hænger på væggen — og vi bruger dem hver gang.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153619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1016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Mindre er mere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småt, tænk stort. Byg i småbidder.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16352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153619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1546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 holdkammerat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Spørg, lyt til forslag — og vælg selv.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84064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153619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4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1546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rammer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Tydelig instruks giver bedre svar.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51776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74152" y="153619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1546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Bryd opgaver ned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skatte findes ét skridt ad gangen.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619488" y="182880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41864" y="153619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41864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619488" y="237744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1546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er designer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47504" y="3840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fantasi er dit kompas.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dag træner vi især nr. 1: byg dit spil i småbidder — én ting ad gangen.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dag: fra nul til dit første spil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90472"/>
            <a:ext cx="777240" cy="7772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90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1417320"/>
            <a:ext cx="976579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5740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Opsætning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270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Vibe + gratis credits — og din første prompt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478024"/>
            <a:ext cx="777240" cy="7772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780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2404872"/>
            <a:ext cx="976579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05740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Søkortet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Mini-spec på papir: pitch, tema, hovedperson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777240" cy="7772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655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392424"/>
            <a:ext cx="9765792" cy="859536"/>
          </a:xfrm>
          <a:prstGeom prst="roundRect">
            <a:avLst>
              <a:gd name="adj" fmla="val 9574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057400" y="35021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 spillet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502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 eller Tetris — i småbidder, én prompt ad gangen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453128"/>
            <a:ext cx="777240" cy="7772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453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83080" y="4379976"/>
            <a:ext cx="976579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057400" y="44897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48970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Gør spillet bedre — og opdater søkortet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777240" cy="77724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440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83080" y="5367528"/>
            <a:ext cx="976579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057400" y="5477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Vis-og-fortæl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47725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Frivillige viser deres spil (og deres søkort)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Opsætning — 5 trin, så sejler vi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26464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71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Åbn VS Code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371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den ikke installeret? Ræk hånden op — vi har en USB-redningskrans.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042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Vibe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30428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 (firkant-ikonet) → søg “Mistral Vibe” → Install.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3697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ind + credits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32369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Brug kursuskoden. Credits er gratis — men brug dem med omtanke!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696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 din mappe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416966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spil-1-snake med starter-filerne: index.html · style.css · script.js · spec.md · AGENTS.md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102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Testprompt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51023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“Lav en HTML-side med en overskrift der siger AHOY!” → åbn index.html i browseren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61120" y="1554480"/>
            <a:ext cx="2743200" cy="4023360"/>
          </a:xfrm>
          <a:prstGeom prst="roundRect">
            <a:avLst>
              <a:gd name="adj" fmla="val 3000"/>
            </a:avLst>
          </a:prstGeom>
          <a:solidFill>
            <a:srgbClr val="FFF3DA"/>
          </a:solidFill>
          <a:ln w="15875">
            <a:solidFill>
              <a:srgbClr val="D636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⚓ Sidder du fast?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2402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Spørg din nabo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Spørg en voksen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Sæt en post-it på skærmen, så finder vi dig!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AHOY = skibet sejler ✅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Værktøjskassen: tre filer, ét spil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kender Python — JavaScript er bare en anden dialekt. Og AI'en taler den flydende.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SKELETTET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Det, der ER på siden — knapper, overskrifter og spillepladen.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70832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UDSEENDET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Farver, størrelser og stil. Det er her, temaet bor.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93024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193024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HJERNEN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Reglerne, bevægelsen og pointene. Selve spillet.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2B2B2B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0292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&lt;canvas&gt;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 jeres spilleplade — og husk: AI'en skriver koden, men du skal kunne </a:t>
            </a:r>
            <a:pPr indent="0" marL="0">
              <a:buNone/>
            </a:pPr>
            <a:r>
              <a:rPr lang="en-US" sz="1500" b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læse og forklare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Vælg dit spil — og gør det til DIT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🐍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4231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Slangen vokser, når den spiser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Undgå væggene og dig selv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 point pr. bid — hvor lang kan du blive?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91072" y="141732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🧱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845552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TETRIS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845552" y="24231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Klodser falder — drej og placér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Fyld en række, og den forsvinder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Hurtigere og hurtigere …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754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men med DIT tema!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drage, der æder riddere 🐉 · En rum-orm mellem planeter 🪐 · Slik-klodser 🍬 · Zombie-haven 🧟 — temaet er dét, der gør spillet til dit.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Søkortet først — computeren venter!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dag er søkortet kun tre felter. Fra næste gang vokser det.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67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spil i én sætning: “___ er et ___-spil, hvor du ___ for at ___.”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35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01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Hvilken verden? Middelalder, rummet, slik-land, zombie-have 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70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HOVEDPERSONEN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360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Hvem styrer man — og hvordan ser den ud?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EKSEMPEL 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“Ridder-Snack er et snake-spil, hvor du styrer en sulten drage, der æder riddere for at blive kæmpestor.”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middelalder — borg-grønt græs, riddere som mad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Hovedperson: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grøn drage med røde vinger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709160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66560" y="4846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Brug din holdkammerat: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“Vibe, giv mig 3 idéer til et tema til mit snake-spil” — og vælg så selv!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 i småbidder — som en trappe af skatte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4251960"/>
            <a:ext cx="457200" cy="45720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41148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Banen på skærmen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3456432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44368" y="3685032"/>
            <a:ext cx="457200" cy="45720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354787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Slangen bevæger sig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2889504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30368" y="3118104"/>
            <a:ext cx="457200" cy="45720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036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779008" y="29809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+ vokse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2322576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16368" y="2551176"/>
            <a:ext cx="457200" cy="45720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6368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241401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 + point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92640" y="1755648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02368" y="1984248"/>
            <a:ext cx="457200" cy="457200"/>
          </a:xfrm>
          <a:prstGeom prst="ellipse">
            <a:avLst/>
          </a:prstGeom>
          <a:solidFill>
            <a:srgbClr val="F5A200"/>
          </a:solidFill>
          <a:ln w="19050">
            <a:solidFill>
              <a:srgbClr val="C77F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023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351008" y="184708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&amp; pynt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1069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🏴‍☠️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2B2B2B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KAPTAJNSREGLEN: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feature pr. prompt — og test, før du beder om den næste.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525780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52578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Standardprompten: </a:t>
            </a:r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“Læs spec.md og byg næste punkt på listen.”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Når AI'en laver noget andet, end du bad 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sker for alle pirater — også de voksne. Sådan retter du kursen: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TEST DET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Virker det? Og var det faktisk dét, du bad om? Spil spillet efter HVER ændring.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70832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70832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 DET LIGEUD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“Det var ikke det, jeg bad om. Jeg ville have, at slangen kun vokser, når den spiser.”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93024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🧭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93024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STADIG I KNIBE?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Spørg dit søkort → spørg din AI (“forklar hvad koden gør”) → spørg din nabo → så en voksen.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AI kan tage fejl med stor selvtillid. Kaptajnen tjekker altid selv. 🏴‍☠️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Sidste kvarter: passer kortet til virkeligheden?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søkort, der ikke passer til farvandet, sejler man på grund med.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SPEC-TJEK ✅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der kommet noget i spillet, som ikke står på kortet?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Står der noget på kortet, som ikke kom med?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 KORTET — ikke kun koden.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Skriv én linje i logbogen: hvad ændrede du — og hvorfor?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LOGBOG — eksempel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688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1.0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Første søkort: drage-snake med riddere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1.1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Tilføjet game over-skærm med point.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Hvorfor: man vidste ikke, hvornår man tabte!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AI-hjælp: Vibe foreslog en “prøv igen”-knap — den valgte jeg til.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Vis-og-fortæl 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Frivilligt i dag — men til demo-dagen er det ALLE. Så øv dig trygt nu.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FORMATET (2 min)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Læs din pitch op fra søkortet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 dit spil i ét minut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Fortæl: hvad ændrede sig undervejs?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3017520"/>
          </a:xfrm>
          <a:prstGeom prst="roundRect">
            <a:avLst>
              <a:gd name="adj" fmla="val 2727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 VED BORDET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Hvordan hjalp AI'en dig i dag?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Hvad var sværest?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Hvilket piratprincip reddede dig?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2B2B2B"/>
          </a:solidFill>
          <a:ln w="15875">
            <a:solidFill>
              <a:srgbClr val="2B2B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HUSK, FØR DU STIKKER TIL SØS: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din mappe (den skal med igen!), luk VS Code pænt, og publikum siger altid én ting, der var fedt.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Kursusgang 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🃏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2860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Næste gang: MEMORY-SPILLET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Kort, der vender · par, der matcher · og dit første HELE søkort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397764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383280" y="39776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HUSK: </a:t>
            </a:r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+ oplader — og din spil-mappe. Vis gerne dit spil derhjemme! 🏴‍☠️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0" y="5852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Kode. Samarbejd. Udforsk. Skab.</a:t>
            </a:r>
            <a:endParaRPr lang="en-US" sz="1400" dirty="0"/>
          </a:p>
        </p:txBody>
      </p:sp>
      <p:pic>
        <p:nvPicPr>
          <p:cNvPr id="8" name="Image 0" descr="/root/workspace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2" y="4526280"/>
            <a:ext cx="192024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2026-08-30T20:20:10Z</dcterms:created>
  <dcterms:modified xsi:type="dcterms:W3CDTF">2026-08-30T20:20:10Z</dcterms:modified>
</cp:coreProperties>
</file>